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EEFD-2603-3DEA-B656-243325EF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C48FC-E69C-6FDC-D561-04097CA9B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F4097-6C67-2496-2FA4-D43C547D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6F4AB-CAEA-81B1-E890-0B72FCE8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89DE7-7BFF-D229-C70A-0150624F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7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5E89-80FB-C2EF-41BD-9B7AB35A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5D44A-DF68-2CC4-FA80-B16DDD558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D2152-BED9-6F1E-BD73-A98ABDC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3086A-9CA5-26A6-CAFD-50E2C7BF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C423-5E88-FF6A-B1D0-A85EEAC0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2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445B-304F-773A-EC09-DCFF4768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90AD3-9041-8BCB-10D4-9F088B102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A41A-70AD-75EE-2218-D5DBC41F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17BD9-BB11-C085-2A80-3A50AD3A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451BE-9529-9207-DAF8-A36DAE3B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1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DA05-EDE8-7C9A-EB35-92249532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1BD5-C296-A271-1CD1-5DF3CE79E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D5C47-D735-C35C-D2F6-5417C4D2E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F9F36-2FED-8F54-F03A-27031B6D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BC1EC-1FAF-07C3-0710-839C4F20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7E6B0-B931-C53D-B934-FF1103C4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7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0253-D597-0E74-C8C8-C0170424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2F5C3-6153-ECAF-304F-8E7129E0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E3D25-A5C5-60B9-174B-B0C5B4C68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049DA-9E0F-648D-B197-D129223F9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CD94D-DB5A-7C21-D293-94FA56BA8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FF88D-8E38-3C19-F323-543E35F5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60669-98F7-787C-DEAA-1E4ECC12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8514C-263D-B167-FCC8-A9AA5F891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2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DCC8-0278-E295-FE4F-8FED0EA5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35DB6-03CF-58C0-1179-DDD165850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80B34-03F0-7930-D6B8-4DCDC9E2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039C5-1006-4807-42D2-C18034C6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5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9D6A5-33D1-1BED-79AB-1739CA15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E0044-479E-4317-619E-81C75A7B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B1ED9-43D9-AE6A-0052-55E55C5C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3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6B6A-968C-C8B9-78D4-444646A8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1FC74-C665-4C42-5C3B-34A6CB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1EFE1-6EF8-272C-CA7F-F012E5665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BCFA3-4F3E-D138-DDAC-167A7650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67940-079A-0A0E-649E-D975B5FF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028FB-D1F8-FEE2-B04C-BEC49CFA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6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A4B3-FD67-3DFB-25DA-8FF581D9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9647A-8D4D-59C5-7C8B-B03F52580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67647-BD66-B401-6EA5-8CBFDAFA5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E8875-5DEF-68B2-96A5-EE121F90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AF603-F64F-E386-BA07-7B1CB7AD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261C4-F137-D56D-EE6E-1B78C495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EA4D-54F1-B41F-0F34-D24C4581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EB381-CFF8-2E2E-B470-1C51305EE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4E237-F993-1A53-2045-6EB9FFEC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A320E-DE6F-52DD-6D10-A4D67C20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DE42E-FDF0-3640-C2E4-7538C35D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1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1F632-FF0F-A042-AD66-2044B0928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88EFE-634F-5621-DD38-2E1A50E87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929CC-DBE3-A645-04B8-802FBD60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D1627-7874-03F8-2D28-C0E68E3C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F0BD3-4945-3841-9E3B-536B3555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3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9A92B-8B0B-4DC3-214C-1A47605C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C64C4-94FA-E566-4C8B-0D8524CFB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C671-C30D-CBF1-F0E4-F5462CB7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5A248-1E8B-4A88-8D5A-B47EFCCBCAA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54CB2-EEC2-E8E2-4056-AB66BA963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743ED-9EB7-5AE6-8951-979A6C29C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C14DA-4C50-481B-B2C8-D87E00E0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2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598FEC-27F3-A338-76AC-24576BCF7B57}"/>
              </a:ext>
            </a:extLst>
          </p:cNvPr>
          <p:cNvSpPr/>
          <p:nvPr/>
        </p:nvSpPr>
        <p:spPr>
          <a:xfrm>
            <a:off x="3462252" y="3335679"/>
            <a:ext cx="1155669" cy="5445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Filter Brand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7EB42E-1251-204D-A3CB-98DB9E238A4D}"/>
              </a:ext>
            </a:extLst>
          </p:cNvPr>
          <p:cNvSpPr/>
          <p:nvPr/>
        </p:nvSpPr>
        <p:spPr>
          <a:xfrm>
            <a:off x="3462252" y="4303836"/>
            <a:ext cx="1155669" cy="5445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Filter Price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590D7A-3243-882D-C419-FFAA5809A126}"/>
              </a:ext>
            </a:extLst>
          </p:cNvPr>
          <p:cNvSpPr/>
          <p:nvPr/>
        </p:nvSpPr>
        <p:spPr>
          <a:xfrm>
            <a:off x="3751962" y="1982601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listProductsCategory</a:t>
            </a:r>
            <a:endParaRPr lang="en-US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239FD1-1D5A-3D1E-80E9-D748C29FE509}"/>
              </a:ext>
            </a:extLst>
          </p:cNvPr>
          <p:cNvSpPr/>
          <p:nvPr/>
        </p:nvSpPr>
        <p:spPr>
          <a:xfrm>
            <a:off x="5138237" y="5932063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listProductsRender</a:t>
            </a:r>
            <a:endParaRPr lang="en-US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167339-54C7-D0F2-D2AE-5A601B840285}"/>
              </a:ext>
            </a:extLst>
          </p:cNvPr>
          <p:cNvSpPr/>
          <p:nvPr/>
        </p:nvSpPr>
        <p:spPr>
          <a:xfrm>
            <a:off x="5179398" y="3729167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listProductsBrand</a:t>
            </a:r>
            <a:endParaRPr lang="en-US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F62787-486B-7813-F435-DFBDC84995EA}"/>
              </a:ext>
            </a:extLst>
          </p:cNvPr>
          <p:cNvCxnSpPr>
            <a:stCxn id="4" idx="3"/>
          </p:cNvCxnSpPr>
          <p:nvPr/>
        </p:nvCxnSpPr>
        <p:spPr>
          <a:xfrm flipV="1">
            <a:off x="4617921" y="3607974"/>
            <a:ext cx="152981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8EBBB0-49DE-AB55-9215-42BAF358AD26}"/>
              </a:ext>
            </a:extLst>
          </p:cNvPr>
          <p:cNvCxnSpPr/>
          <p:nvPr/>
        </p:nvCxnSpPr>
        <p:spPr>
          <a:xfrm flipV="1">
            <a:off x="4617921" y="4561090"/>
            <a:ext cx="152981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15ECFF-D015-5C72-01AA-A7614632B0A0}"/>
              </a:ext>
            </a:extLst>
          </p:cNvPr>
          <p:cNvCxnSpPr>
            <a:cxnSpLocks/>
          </p:cNvCxnSpPr>
          <p:nvPr/>
        </p:nvCxnSpPr>
        <p:spPr>
          <a:xfrm>
            <a:off x="6147732" y="4229432"/>
            <a:ext cx="0" cy="618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774537E-D798-C215-F0F9-39FF9F46520D}"/>
              </a:ext>
            </a:extLst>
          </p:cNvPr>
          <p:cNvSpPr/>
          <p:nvPr/>
        </p:nvSpPr>
        <p:spPr>
          <a:xfrm>
            <a:off x="6991003" y="1498767"/>
            <a:ext cx="1155669" cy="2809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Search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8CF22C-97CF-DFB3-2A77-3FF34D30B8F9}"/>
              </a:ext>
            </a:extLst>
          </p:cNvPr>
          <p:cNvSpPr/>
          <p:nvPr/>
        </p:nvSpPr>
        <p:spPr>
          <a:xfrm>
            <a:off x="5138237" y="4818345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listProductsFiltered</a:t>
            </a:r>
            <a:endParaRPr lang="en-US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89348E-406E-A07F-B3D2-0645E739AE4A}"/>
              </a:ext>
            </a:extLst>
          </p:cNvPr>
          <p:cNvCxnSpPr>
            <a:cxnSpLocks/>
          </p:cNvCxnSpPr>
          <p:nvPr/>
        </p:nvCxnSpPr>
        <p:spPr>
          <a:xfrm>
            <a:off x="6147732" y="5313069"/>
            <a:ext cx="0" cy="618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885741-36C2-27FC-2BDE-3851D814AEBD}"/>
              </a:ext>
            </a:extLst>
          </p:cNvPr>
          <p:cNvSpPr/>
          <p:nvPr/>
        </p:nvSpPr>
        <p:spPr>
          <a:xfrm>
            <a:off x="6600503" y="1982601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listProductsSearch</a:t>
            </a:r>
            <a:endParaRPr lang="en-US" sz="1400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C47B102-AE8B-273D-DD56-2861EB526F46}"/>
              </a:ext>
            </a:extLst>
          </p:cNvPr>
          <p:cNvCxnSpPr>
            <a:cxnSpLocks/>
            <a:stCxn id="6" idx="2"/>
            <a:endCxn id="46" idx="1"/>
          </p:cNvCxnSpPr>
          <p:nvPr/>
        </p:nvCxnSpPr>
        <p:spPr>
          <a:xfrm rot="16200000" flipH="1">
            <a:off x="4687843" y="2559645"/>
            <a:ext cx="524010" cy="4591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CFD651E-3A54-F21A-9868-998DDBB4C693}"/>
              </a:ext>
            </a:extLst>
          </p:cNvPr>
          <p:cNvCxnSpPr>
            <a:cxnSpLocks/>
            <a:stCxn id="39" idx="2"/>
            <a:endCxn id="46" idx="3"/>
          </p:cNvCxnSpPr>
          <p:nvPr/>
        </p:nvCxnSpPr>
        <p:spPr>
          <a:xfrm rot="5400000">
            <a:off x="7080448" y="2562810"/>
            <a:ext cx="524010" cy="4527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1294AA-85BF-A86B-E6A0-B2EB320353F7}"/>
              </a:ext>
            </a:extLst>
          </p:cNvPr>
          <p:cNvSpPr/>
          <p:nvPr/>
        </p:nvSpPr>
        <p:spPr>
          <a:xfrm>
            <a:off x="5179398" y="2778906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listProductsOrigin</a:t>
            </a:r>
            <a:endParaRPr lang="en-US" sz="14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C4C1B8-0D3B-5F40-8DE6-69B34C395B76}"/>
              </a:ext>
            </a:extLst>
          </p:cNvPr>
          <p:cNvCxnSpPr>
            <a:stCxn id="46" idx="2"/>
            <a:endCxn id="11" idx="0"/>
          </p:cNvCxnSpPr>
          <p:nvPr/>
        </p:nvCxnSpPr>
        <p:spPr>
          <a:xfrm>
            <a:off x="6147732" y="3323495"/>
            <a:ext cx="0" cy="405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0B28123-E33E-48BB-0988-548714B1CFB5}"/>
              </a:ext>
            </a:extLst>
          </p:cNvPr>
          <p:cNvCxnSpPr>
            <a:stCxn id="33" idx="1"/>
            <a:endCxn id="4" idx="1"/>
          </p:cNvCxnSpPr>
          <p:nvPr/>
        </p:nvCxnSpPr>
        <p:spPr>
          <a:xfrm rot="10800000">
            <a:off x="3462253" y="3607974"/>
            <a:ext cx="1675985" cy="1482666"/>
          </a:xfrm>
          <a:prstGeom prst="bentConnector3">
            <a:avLst>
              <a:gd name="adj1" fmla="val 11364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90FA69-93A5-5471-8EE1-87EECB2A9C42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>
            <a:off x="7568837" y="1779766"/>
            <a:ext cx="0" cy="20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BB42D2D-490C-E4B4-E5C4-F4F8BBAADD9D}"/>
              </a:ext>
            </a:extLst>
          </p:cNvPr>
          <p:cNvSpPr/>
          <p:nvPr/>
        </p:nvSpPr>
        <p:spPr>
          <a:xfrm>
            <a:off x="3936132" y="1520233"/>
            <a:ext cx="1568331" cy="2809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categoryName</a:t>
            </a:r>
            <a:endParaRPr lang="en-US" sz="14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2111982-5D3A-7B3E-2F50-F7259268D90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4720298" y="1801232"/>
            <a:ext cx="0" cy="20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B69A22B-2061-47F3-CBD2-6F3A8853A3BE}"/>
              </a:ext>
            </a:extLst>
          </p:cNvPr>
          <p:cNvSpPr/>
          <p:nvPr/>
        </p:nvSpPr>
        <p:spPr>
          <a:xfrm>
            <a:off x="5179398" y="487750"/>
            <a:ext cx="1936669" cy="54459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listProductsAll</a:t>
            </a:r>
            <a:endParaRPr lang="en-US" sz="1400" dirty="0"/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F6D79C7-7BB8-DF34-87CF-9762B64B5CE3}"/>
              </a:ext>
            </a:extLst>
          </p:cNvPr>
          <p:cNvCxnSpPr>
            <a:stCxn id="65" idx="1"/>
            <a:endCxn id="58" idx="0"/>
          </p:cNvCxnSpPr>
          <p:nvPr/>
        </p:nvCxnSpPr>
        <p:spPr>
          <a:xfrm rot="10800000" flipV="1">
            <a:off x="4720298" y="760045"/>
            <a:ext cx="459100" cy="7601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557F19D-C6B6-BDD9-1045-77F9E71E5E94}"/>
              </a:ext>
            </a:extLst>
          </p:cNvPr>
          <p:cNvCxnSpPr>
            <a:stCxn id="65" idx="3"/>
            <a:endCxn id="29" idx="0"/>
          </p:cNvCxnSpPr>
          <p:nvPr/>
        </p:nvCxnSpPr>
        <p:spPr>
          <a:xfrm>
            <a:off x="7116067" y="760045"/>
            <a:ext cx="452771" cy="7387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8C55B7E-6420-E17D-7F8C-2D66AB94782D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>
            <a:off x="4720297" y="1186296"/>
            <a:ext cx="1880207" cy="1068600"/>
          </a:xfrm>
          <a:prstGeom prst="bentConnector3">
            <a:avLst>
              <a:gd name="adj1" fmla="val 2612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832A57D-A9B0-CDE1-D541-F0149A60CDCF}"/>
              </a:ext>
            </a:extLst>
          </p:cNvPr>
          <p:cNvSpPr/>
          <p:nvPr/>
        </p:nvSpPr>
        <p:spPr>
          <a:xfrm>
            <a:off x="8009314" y="5387473"/>
            <a:ext cx="1155669" cy="5445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Sorting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022AEE2-B70B-E20B-C1C6-F7E722CF2EEE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184669" y="5659768"/>
            <a:ext cx="1824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28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Việt Phạm Hữu</dc:creator>
  <cp:lastModifiedBy>Việt Phạm Hữu</cp:lastModifiedBy>
  <cp:revision>2</cp:revision>
  <dcterms:created xsi:type="dcterms:W3CDTF">2025-07-11T06:42:40Z</dcterms:created>
  <dcterms:modified xsi:type="dcterms:W3CDTF">2025-07-14T02:19:17Z</dcterms:modified>
</cp:coreProperties>
</file>